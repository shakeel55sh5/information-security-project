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-344" y="-1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4A995-AD6C-4F9B-BB7E-9547254C233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00-457B-454D-A9DE-C211FD296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kern="0" spc="1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</a:rPr>
              <a:t>STEGANOGRAPHY TOOL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871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ECAE6"/>
                </a:solidFill>
              </a:rPr>
              <a:t>Hiding Secrets Inside Plain Sight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60713" y="2982004"/>
            <a:ext cx="4840356" cy="1981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SOHAIL ARSHAD   ( F24-721)</a:t>
            </a:r>
          </a:p>
          <a:p>
            <a:pPr marL="0" indent="0">
              <a:buNone/>
            </a:pPr>
            <a:endPara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SHAKEEL 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AHMAD  ( F24-720</a:t>
            </a:r>
            <a:r>
              <a:rPr lang="en-US" sz="1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SHAHZAD ABBASI  (F24-719)</a:t>
            </a:r>
          </a:p>
          <a:p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MOHSIN UL SHAH  (F24-721)</a:t>
            </a:r>
          </a:p>
          <a:p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0" y="2560320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0064" y="2560320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808" y="2560320"/>
            <a:ext cx="201168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45552" y="2560320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296" y="2560320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560320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58784" y="2560320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2560320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798064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2798064"/>
            <a:ext cx="201168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2798064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5552" y="2798064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3296" y="2798064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798064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58784" y="2798064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96528" y="2798064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3035808"/>
            <a:ext cx="201168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3035808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3035808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45552" y="3035808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3035808"/>
            <a:ext cx="201168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035808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58784" y="3035808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96528" y="3035808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3273552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0064" y="3273552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3273552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5552" y="3273552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83296" y="3273552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273552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58784" y="3273552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96528" y="3273552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3511296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70064" y="3511296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3511296"/>
            <a:ext cx="201168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45552" y="3511296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83296" y="3511296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3511296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58784" y="3511296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6528" y="3511296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3749040"/>
            <a:ext cx="201168" cy="201168"/>
          </a:xfrm>
          <a:prstGeom prst="rect">
            <a:avLst/>
          </a:prstGeom>
          <a:solidFill>
            <a:srgbClr val="00C9A7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70064" y="3749040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07808" y="3749040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45552" y="3749040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83296" y="3749040"/>
            <a:ext cx="201168" cy="201168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3749040"/>
            <a:ext cx="201168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58784" y="3749040"/>
            <a:ext cx="201168" cy="20116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96528" y="3749040"/>
            <a:ext cx="201168" cy="201168"/>
          </a:xfrm>
          <a:prstGeom prst="rect">
            <a:avLst/>
          </a:prstGeom>
          <a:solidFill>
            <a:srgbClr val="1B4F72">
              <a:alpha val="80000"/>
            </a:srgbClr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Introduction to Steganography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078992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Project Overview &amp;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89304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89304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289304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File Structure Explained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99616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1499616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steganography.py — Core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709928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0992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170992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main.py — User Interface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20240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20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192024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test_steganography.py — Unit Tests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130552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3055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2130552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LSB Algorithm Explained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340864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40864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2340864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Option 1 — Hide Message in Image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51176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2551176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Option 2 — Extract Hidden Message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761488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614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276148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Option 3 — Scan for Hidden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868680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8686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86868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Option 4 — Create Sample Image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1078992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07899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1078992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1: Encode &amp; Decode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1289304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289304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1289304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2: Image Capacity Check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1499616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1499616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7800" y="1499616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3: Malicious Detection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1709928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170992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57800" y="170992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4: Clean Image Scan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1920240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1920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57800" y="1920240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5: Multi-Image Scan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00600" y="2130552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213055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57800" y="2130552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Test Case 6: Edge Case Tests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00600" y="2340864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2340864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57800" y="2340864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Advantages of the Project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00600" y="2551176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2551176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19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57800" y="2551176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Security Analysis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00600" y="2761488"/>
            <a:ext cx="40233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276148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20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57800" y="276148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Conclusion &amp;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Steganography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What is Steganography?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</a:rPr>
              <a:t>Art of hiding secret data inside non-secret media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</a:rPr>
              <a:t>Derived from Greek: 'steganos' (covered) + 'graphia' (writing)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</a:rPr>
              <a:t>Unlike encryption, steganography hides the EXISTENCE of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</a:rPr>
              <a:t>Used in covert communication, digital watermarking, and DRM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</a:rPr>
              <a:t>Images, audio, video, and text can all be carriers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Steganography vs Cryptography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</a:rPr>
              <a:t>Cryptography: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Scrambles message — everyone knows it exists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Steganography: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Hides message — nobody knows it exists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6974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Real-World Applications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Military &amp; Intelligence covert 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Digital watermarking for copyright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Malware hiding payloads in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Secure journalism &amp; whistleblowing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651760" cy="1463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ENCODE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Hide any text secret inside a PNG or JPEG image using LSB substitution. Output is always lossless PNG.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651760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DECODE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Extract hidden text from any previously encoded image with a single menu selection.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2651760" cy="1463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Batch scan an entire images/ folder and flag images carrying hidden data with a heuristic detector.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Architecture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19202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971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(main.py)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971800"/>
            <a:ext cx="19202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2971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(steganography.py)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19202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71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PIL / Pillow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971800"/>
            <a:ext cx="19202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2971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(.png file)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3383280"/>
            <a:ext cx="256032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5728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A7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07408" y="3383280"/>
            <a:ext cx="256032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A7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01968" y="3383280"/>
            <a:ext cx="256032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A7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041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Tech Stack: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3736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Python 3.x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Pillow (PIL)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binascii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os / sys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LSB Algorithm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09560" y="41148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4114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Menu-Driven CLI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File Structure Explained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86968"/>
            <a:ext cx="73152" cy="12984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Entry Point / UI Controller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Contains the main() loop and all user-facing menus. Imports encode, decode, and detect functions. Handles all I/O, file listing, and error display. Drives the entire 5-option CLI interface.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8696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86968"/>
            <a:ext cx="73152" cy="12984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steganography.py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Core Business Logic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73752" y="1481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Implements LSB encoding/decoding algorithms. Houses text_to_bin(), bin_to_text(), encode_image(), decode_image(), and detect_steganography(). This is the brain of the project.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04288"/>
            <a:ext cx="73152" cy="12984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77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test_steganography.py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Unit Test Suite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28986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Automated tests using PIL. Creates dummy images, encodes a secret, decodes and asserts equality, then tests clean-image false-positive detection. Verifies all core functions.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042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04288"/>
            <a:ext cx="73152" cy="12984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377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setup_images.py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Image Generator Script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3752" y="28986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Utility script to pre-populate the images/ folder with sample clear and malicious images for demonstration and testing scenarios.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216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21608"/>
            <a:ext cx="73152" cy="12984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94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" y="4069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Dependency Manifest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431596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Lists the single external dependency: Pillow. Run 'pip install -r requirements.txt' to set up the environment before running any script.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216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21608"/>
            <a:ext cx="73152" cy="129844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794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images/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4069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Image Storage Directory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73752" y="431596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Working directory for all input and output images. Contains clear_1.png, clear_2.png, malicious_1.png, malicious_2.png, Group.jpeg, and Malicious_Group.jpeg.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steganography.py — Core Module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86968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50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text_to_bin(text)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95097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Converts each character to 8-bit binary using ord() and format(). Concatenates all bits into one long binary string used as payload.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09928"/>
            <a:ext cx="64008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73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bin_to_text(bits)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7739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Splits the extracted bit stream into 8-bit chunks, converts each to integer, then to character using chr(). Returns decoded string.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328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32888"/>
            <a:ext cx="64008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encode_image(path, text, out)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59689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Opens image with PIL, converts to RGB, appends DELIMITER to text, encodes each bit into the LSB of R,G,B channels across all pixels sequentially.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55848"/>
            <a:ext cx="64008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decode_image(image_path)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4198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Reads LSB from every R,G,B value, builds binary string, converts to characters until the '###END###' delimiter is found. Returns secret text.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78808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detect_steganography(path)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424281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Calls decode_image() as a heuristic. Returns (True, message) if delimiter found in extracted bits, else (False, None). No complex steganalysis needed.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main.py — User Interface &amp; Menu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11480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Menu Structure (CLI)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74904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Image Steganography Tool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Hide Message in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Extract Message from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Scan 'images/' for Hidden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Create Sample Clean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Exit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an option: 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Runs in an infinite while True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Each option calls a specific function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setup_environment() auto-creates images/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list_images() filters for PNG/JPG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88696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86968"/>
            <a:ext cx="64008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23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setup_environment()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2161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Creates images/ directory if it doesn't exist. Called once at startup to ensure the working folder is ready.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4708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47088"/>
            <a:ext cx="64008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883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create_sample_image(filename)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1762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Generates a 100×100 RGB PNG using PIL with a text label. Useful for generating clean test images on demand.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80720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807208"/>
            <a:ext cx="64008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list_images()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1363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Scans the images/ folder and returns all .png, .jpg, .jpeg files. Used before every encode/decode operation.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7673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767328"/>
            <a:ext cx="64008" cy="8412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8039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The entry point. Runs the infinite menu loop, handles all user input, calls steganography functions, and displays results.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test_steganography.py — Unit Test Suite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502920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Test Function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663440" cy="3200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test_steganography():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1: Create dummy 50x50 red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 = Image.new('RGB',(50,50),'red')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img.save('test_image.png')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2: Encode secret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encode_image('test_image.png',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'This is a secret!', 'test_hidden.png')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3: Decode &amp; assert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decoded = decode_image('test_hidden.png')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decoded == secret_message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4: Detect hidden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is_hidden, msg = detect_steganography(...)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is_hidden == 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5: Detect clean image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is_hidden_clean, _ = detect_stego(test_img)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is_hidden_clean == False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os.remove(test_img); os.remove(output)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88696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97840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978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9784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1: Create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9784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52704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161848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618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6184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2: Encode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16184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16712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23560" y="225856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2585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3: Decode &amp; Assert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22585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280720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289864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898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8986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4: Detect Hidden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28986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344728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353872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538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5: Detect Clean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35387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408736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23560" y="417880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4178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4178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Step 6: Cleanup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41788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PASS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LSB Steganography Algorithm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How LSB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64008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1536192"/>
            <a:ext cx="274320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40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1554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1536192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1536192"/>
            <a:ext cx="2743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1554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</a:rPr>
              <a:t>LSB changed: 1→0 (hides bit '0')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2176272"/>
            <a:ext cx="64008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17627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728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41732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3736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5740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5740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7744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9748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01752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37560" y="2340864"/>
            <a:ext cx="274320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40F"/>
                </a:solidFill>
              </a:rPr>
              <a:t>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74904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11480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43484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5488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7492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492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39496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71500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035040" y="2340864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355080" y="2340864"/>
            <a:ext cx="2743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766560" y="23591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</a:rPr>
              <a:t>LSB unchanged: 1 (hides bit '1')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0040" y="2980944"/>
            <a:ext cx="640080" cy="6583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298094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BLUE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9728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9728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41732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41732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73736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3736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05740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5740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37744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9748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9748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01752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1752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337560" y="3145536"/>
            <a:ext cx="274320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3756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40F"/>
                </a:solidFill>
              </a:rPr>
              <a:t>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3749040" y="31638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411480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43484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3484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75488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488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507492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7492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539496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9496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571500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1500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035040" y="3145536"/>
            <a:ext cx="27432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03504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355080" y="3145536"/>
            <a:ext cx="2743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5508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6766560" y="316382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</a:rPr>
              <a:t>LSB changed: 0→1 (hides bit '1')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20040" y="3840480"/>
            <a:ext cx="85039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502920" y="390448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C40F"/>
                </a:solidFill>
              </a:rPr>
              <a:t>Key Insight: </a:t>
            </a:r>
            <a:r>
              <a:rPr lang="en-US" sz="1250" dirty="0">
                <a:solidFill>
                  <a:srgbClr val="FFFFFF"/>
                </a:solidFill>
              </a:rPr>
              <a:t>Only the Least Significant Bit (bit position 7) is modified. Changing a pixel channel value by ±1 out of 255 is completely imperceptible to the human eye, making LSB steganography visually lossless.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Option 1 — Hide Message in Image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160520" cy="2057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Select image index from images/ folder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Enter secret message (any ASCII text)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Tool auto-generates output filename: hidden_&lt;original&gt;.png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86968"/>
            <a:ext cx="4160520" cy="2057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New PNG file saved as hidden_&lt;name&gt;.png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Visually identical to original 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Success message printed to console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Original file unchanged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Code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401568"/>
            <a:ext cx="859536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01568"/>
            <a:ext cx="8458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encode_image(input_path, message, output_path)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img = Image.open(input_path).convert('RGB')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encoded = message + '###END###'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binary = ''.join(format(ord(c),'08b') for c in encoded)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For each pixel R,G,B channel → replace LSB with next bit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img.putdata(new_pixels); img.save(output_path)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'Success: Message hidden in hidden_sample.png'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Option 2 — Extract Hidden Message from Image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160520" cy="2148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Select any image from images/ folder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Works on both encoded and plain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No additional parameters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86968"/>
            <a:ext cx="4160520" cy="2148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If encoded: prints 'Hidden Message Found: &lt;text&gt;'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If clean: prints 'No hidden message found'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Returns None gracefully on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Code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493008"/>
            <a:ext cx="8595360" cy="1508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93008"/>
            <a:ext cx="8458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decode_image(image_path)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pixels = list(img.getdata())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For each pixel: binary_data += str(R&amp;1) + str(G&amp;1) + str(B&amp;1)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Split binary string into 8-bit chunks → convert to chars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Stop when '###END###' delimiter is found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Return decoded_text (delimiter stripped)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Output: 'Hidden Message Found: Hello Secret World!'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Option 3 — Scan images/ Folder for Hidden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160520" cy="1920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No user input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Automatically scans all images in images/ folder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Processes PNG, JPG, and JPEG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86968"/>
            <a:ext cx="4160520" cy="1920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53312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[CLEAN] clear_1.png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[MALICIOUS/HIDDEN] hidden_img.png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   → Secret Content: &lt;message&gt;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Scans all images in one 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90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Sample Console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 images for potential hidden data...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[CLEAN]     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clear_1.png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[CLEAN]     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clear_2.png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[MALICIOUS/HIDDEN]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malicious_1.png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-&gt; Secret Content: Attack at dawn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[MALICIOUS/HIDDEN]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malicious_2.png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Option 4 — Create Sample Clean Image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16052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Enter desired filename (e.g., test.png)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Extension included in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86968"/>
            <a:ext cx="4160520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41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100×100 RGB image created in images/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Background: RGB(73, 109, 137) — steel blue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Label: 'Clean Image' in yellow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Console: 'Created sample clean image: images/test.png'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create_sample_image() —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044952"/>
            <a:ext cx="8595360" cy="15087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44952"/>
            <a:ext cx="8458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create_sample_image(filename='sample.png'):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os.path.join(IMAGE_DIR, filename)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Image.new('RGB', (100, 100), color=(73, 109, 137))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ImageDraw.Draw(img)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d.text((10, 10), 'Clean Image', fill=(255, 255, 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img.save(path)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print(f'Created sample clean image: {path}')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0001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Case: Quickly generate a clean baseline image to test encoding without needing external image files.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Case 1 — Basic Encode &amp; Decode Round-Trip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7432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 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Functional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9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Objective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170992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Verify that a message encoded into an image can be perfectly decoded back to the original string.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Input Image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50×50 red PNG (created by test script dynamically)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Secret Message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27523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"This is a secret message!"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27355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decode_image() returns exact string: 'This is a secret message!'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Actual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77440" y="37947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Decoded: 'This is a secret message!' — assert passes ✓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Edge Condition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3159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DELIMITER '###END###' correctly stripped from decoded output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Case 2 — Image Capacity Overflow Check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7432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 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74320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Boundary /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9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Objective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170992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Ensure the tool raises a ValueError when message is too large for the image capacity.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Input Image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10×10 pixel PNG (300 pixels × 3 channels = 900 bits = max 112 ASCII chars)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Secret Message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27523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String of 200 characters — exceeds 10×10 image capacity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27355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ValueError: 'Text too long to hide in this image.'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Actual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77440" y="37947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Exception raised correctly. Error caught and printed to console. ✓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Capacity Formula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3159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Max chars = (width × height × 3 bits) / 8 bits_per_char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Case 3 — Malicious Image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7432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 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74320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/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9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Objective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170992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Detect that a pre-encoded image containing a secret message is correctly flagged as [MALICIOUS/HIDDEN].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Input Image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malicious_1.png — image previously encoded with the secret 'Attack at dawn'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Scan Method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27523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detect_steganography() → calls decode_image() → checks for DELIMITER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27355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(True, 'Attack at dawn') — tuple returned with message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Actual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77440" y="37947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[MALICIOUS/HIDDEN] malicious_1.png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 -&gt; Secret Content: Attack at dawn 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Note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3159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Detection is signature-based (###END### delimiter). Works only for messages encoded with this tool.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Case 4 — Clean Image Scan (False Positive Check)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7432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 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Negative /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86968"/>
            <a:ext cx="27432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05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9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Objective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170992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Verify no false positives — clean image (no hidden data) is correctly labeled [CLEAN].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Input Image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clear_1.png — plain image with no embedded message, created with standard photo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Scan Method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27523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decode_image() reads LSBs; searches for '###END###' delimiter in extracted bits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27355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(False, None) — no message found, no delimiter present in bit stream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Actual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77440" y="37947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[CLEAN] clear_1.png — no hidden content reported 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</a:rPr>
              <a:t>Reliability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3159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If random pixel LSBs happen to form '###END###' by accident, false positive occurs. Extremely rare with 9-char delimiter.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Cases 5 &amp; 6 — Multi-Image Scan &amp; Edge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86968"/>
            <a:ext cx="73152" cy="1965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TC-05 | Multi-Image Batch Scan | ✓ 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Input: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307592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6 images in images/ folder: clear_1, clear_2, malicious_1, malicious_2, Group.jpeg, Malicious_Group.jpeg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Expected: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655064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2 CLEAN results + 4 MALICIOUS/HIDDEN results with corresponding secret messages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025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Actual: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002536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All 6 images scanned correctly. Batch loop iterates without crashing on mixed PNG/JPEG types.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90088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90088"/>
            <a:ext cx="73152" cy="1920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TC-06 | Edge Cases (Empty, Special Chars, JPEG Input) | ✓ 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107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Empty msg: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41071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Encodes only '###END###'. Decoder returns empty string ''. No crash.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581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Special chars: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758184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"@#$%^&amp;*()" encoded and decoded correctly. UTF-8 characters handled via ord()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JPEG input: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105656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JPEG automatically converted to PNG output (hidden_ prefix). Lossy format warning avoided. ✓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Advantages of the Image Steganography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👁  Visually Imperceptible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LSB changes pixel values by ±1/255 — completely invisible to human visual system. Images look identical before and after encoding.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12618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</a:rPr>
              <a:t>🔒  Covert Communication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3716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Unlike encryption which reveals a secret exists, steganography hides the very existence of a message, providing security through obscurity.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64008" cy="12618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95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🖼  No External Dependencies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7614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Only requires Pillow (PIL). No complex frameworks, databases, or network access needed. Runs on any Python 3.x environment.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04288"/>
            <a:ext cx="64008" cy="12618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395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📁  Format Flexibility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27614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Accepts PNG and JPEG input. Always outputs PNG to preserve LSB data — avoids JPEG lossy compression destroying hidden bits.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94176"/>
            <a:ext cx="64008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🔍  Built-in Detection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41513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Includes a steganalysis detector that can identify tool-encoded images in batch, useful for forensic or security audit scenarios.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94176"/>
            <a:ext cx="4206240" cy="1261872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94176"/>
            <a:ext cx="64008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🧪  Test-Driven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41513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Comes with automated test_steganography.py covering encode, decode, detection, and clean-image false-positive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ECAE6"/>
                </a:solidFill>
              </a:rPr>
              <a:t>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2024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Core Functions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encode, decode, detect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508760"/>
            <a:ext cx="192024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 Test Cases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all scenarios covered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1920240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LSB Algorithm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1-bit per channel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508760"/>
            <a:ext cx="192024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 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single dependency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AES encryption layer on top of LSB for dual-layer 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GUI interface using Tkinter or PyQt5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Support for audio and video steganography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Advanced steganalysis using statistical analysis (Chi-square test)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Multi-bit LSB (2-bit or 4-bit) to increase 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Password-protected encoding with PBKDF2 key derivation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514600"/>
            <a:ext cx="3108960" cy="2423160"/>
          </a:xfrm>
          <a:prstGeom prst="rect">
            <a:avLst/>
          </a:prstGeom>
          <a:solidFill>
            <a:srgbClr val="142136"/>
          </a:solidFill>
          <a:ln w="12700">
            <a:solidFill>
              <a:srgbClr val="1421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25877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2971800"/>
            <a:ext cx="28346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This project demonstrates how information security concepts — specifically confidentiality through covert channels — can be implemented with minimal code. LSB steganography is both elegant in simplicity and powerful in practice, making it an ideal educational tool for studying digital security.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</a:rPr>
              <a:t>Image Steganography Tool  •  Information Security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2521</Words>
  <Application>Microsoft Office PowerPoint</Application>
  <PresentationFormat>On-screen Show (16:9)</PresentationFormat>
  <Paragraphs>466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Steganography Tool</dc:title>
  <dc:subject>PptxGenJS Presentation</dc:subject>
  <dc:creator>PptxGenJS</dc:creator>
  <cp:lastModifiedBy>ismail - [2010]</cp:lastModifiedBy>
  <cp:revision>3</cp:revision>
  <dcterms:created xsi:type="dcterms:W3CDTF">2026-06-07T10:15:57Z</dcterms:created>
  <dcterms:modified xsi:type="dcterms:W3CDTF">2026-06-07T10:29:39Z</dcterms:modified>
</cp:coreProperties>
</file>